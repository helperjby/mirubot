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C78E51-B1EF-401E-87DD-B21FDECA5FE4}" v="2" dt="2025-07-31T02:43:41.7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8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522" y="300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Y J" userId="773af9826b9658fb" providerId="LiveId" clId="{BCC78E51-B1EF-401E-87DD-B21FDECA5FE4}"/>
    <pc:docChg chg="modSld">
      <pc:chgData name="BY J" userId="773af9826b9658fb" providerId="LiveId" clId="{BCC78E51-B1EF-401E-87DD-B21FDECA5FE4}" dt="2025-07-31T02:43:41.739" v="38"/>
      <pc:docMkLst>
        <pc:docMk/>
      </pc:docMkLst>
      <pc:sldChg chg="modSp mod">
        <pc:chgData name="BY J" userId="773af9826b9658fb" providerId="LiveId" clId="{BCC78E51-B1EF-401E-87DD-B21FDECA5FE4}" dt="2025-07-31T02:43:41.739" v="38"/>
        <pc:sldMkLst>
          <pc:docMk/>
          <pc:sldMk cId="1994018865" sldId="256"/>
        </pc:sldMkLst>
        <pc:spChg chg="mod">
          <ac:chgData name="BY J" userId="773af9826b9658fb" providerId="LiveId" clId="{BCC78E51-B1EF-401E-87DD-B21FDECA5FE4}" dt="2025-07-31T02:43:35.395" v="25" actId="20577"/>
          <ac:spMkLst>
            <pc:docMk/>
            <pc:sldMk cId="1994018865" sldId="256"/>
            <ac:spMk id="9" creationId="{61F483D3-9D80-4488-82F9-017AE7DFC4B9}"/>
          </ac:spMkLst>
        </pc:spChg>
        <pc:spChg chg="mod">
          <ac:chgData name="BY J" userId="773af9826b9658fb" providerId="LiveId" clId="{BCC78E51-B1EF-401E-87DD-B21FDECA5FE4}" dt="2025-07-31T02:43:41.739" v="38"/>
          <ac:spMkLst>
            <pc:docMk/>
            <pc:sldMk cId="1994018865" sldId="256"/>
            <ac:spMk id="12" creationId="{055EFC75-2A24-69B6-E410-999F9EBA6BCE}"/>
          </ac:spMkLst>
        </pc:spChg>
        <pc:grpChg chg="mod">
          <ac:chgData name="BY J" userId="773af9826b9658fb" providerId="LiveId" clId="{BCC78E51-B1EF-401E-87DD-B21FDECA5FE4}" dt="2025-07-31T02:43:39.936" v="30" actId="1076"/>
          <ac:grpSpMkLst>
            <pc:docMk/>
            <pc:sldMk cId="1994018865" sldId="256"/>
            <ac:grpSpMk id="26" creationId="{1E0D7411-D9A1-71A0-A717-953301D6C2CC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6F15A4-0B96-3BC3-0F36-9CB380323D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5959583-33C8-643E-A649-17FC76A25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D88C50-E9CB-4EAF-9C56-34B8EA623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7331-9336-4E9F-BD68-62721AA3FD49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4ADF29-E7C9-69D5-DBFA-C637CF9BA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9DEDB1-4CFE-C2F4-5B37-16DA87B03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D577-3841-422B-98B7-EC7ED940B3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39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D2C3C0-2A48-BC78-63D8-48E8C7FA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817A81-E232-8AC8-5BE0-AF3F0D8BB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827EE1-25C7-8E50-F110-B9153F69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7331-9336-4E9F-BD68-62721AA3FD49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562C1D-33C8-927C-B89D-7BB3C177B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66CBC7-7287-D5B7-4111-7FE72579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D577-3841-422B-98B7-EC7ED940B3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709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3C085-0B8F-CC92-729F-4963B9E8A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5FC277-3D9F-08DD-7832-70C1A0EE2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880A48-7730-AA7F-CD8D-0C61CA1D6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7331-9336-4E9F-BD68-62721AA3FD49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1F59F6-DCE2-C934-141D-4C6F9D80D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DFA2A3-91F9-2CBC-358D-BF85360C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D577-3841-422B-98B7-EC7ED940B3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290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CA202-0D9D-3A52-755F-372E8F66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E3EC57-6C4F-89DA-6050-72C4B71B5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2A73EDE-019E-ABEA-91B6-260395F08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1EE9DD-0ABE-0777-CD87-B9F3C991A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7331-9336-4E9F-BD68-62721AA3FD49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F1A1FE-559C-BA00-BF3B-BB4DE23B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776280-087B-76AC-C888-9ED94E4C9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D577-3841-422B-98B7-EC7ED940B3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55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76EC3-C4DD-071B-2D14-84C01274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59A2FF-280F-09C3-023D-5B66624080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914E8D-82CD-72B8-C9E2-7B9574D02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A7002C-626C-6CBE-1354-8EF3423620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AB37CF5-21FD-F85B-0BB5-ABA20BE5F6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4B76A81-70AD-4F6F-3D77-5D847AD40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7331-9336-4E9F-BD68-62721AA3FD49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98F69B-D40A-8A8E-15AB-CD82696E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98E26-A8A3-EAD4-B254-DBDB945F2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D577-3841-422B-98B7-EC7ED940B3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474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56908-0164-5757-49C2-A2EABA5A1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253BC27-7474-9000-3B17-07FAF46A0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7331-9336-4E9F-BD68-62721AA3FD49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F3507B-DDD1-1DC9-87B5-CC6435EFC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593D314-7B4E-6EFB-8CBA-DE9ECF37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D577-3841-422B-98B7-EC7ED940B3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115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909D34-5EA4-EC93-F97F-35B654D1E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7331-9336-4E9F-BD68-62721AA3FD49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6BF154A-6F73-B0AE-E9F3-DF7352117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271B1D-9021-6C1F-9EAA-03D84CBB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D577-3841-422B-98B7-EC7ED940B3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70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9CAF06-15DD-154A-E107-AEE8DD5C4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F6168A-4B9E-6D93-807F-5CF537F22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103AEF-AD56-BF25-2A62-2D0140823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3C074D-3FAD-5F9F-2D1A-0D8EB00EF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7331-9336-4E9F-BD68-62721AA3FD49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4AD2EAE-D0D0-E97C-C2C1-72341D42D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29322C-4415-1ABC-5852-4D4C2F1DE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D577-3841-422B-98B7-EC7ED940B3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93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D73134-4D27-103C-4A42-F446C7248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B3EA2BF-F450-79B4-EE05-899A037BE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348C4C-E9B7-049B-B434-4EF408D91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B1FFCD-B4B0-CC1A-E298-FD7A1498A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7331-9336-4E9F-BD68-62721AA3FD49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87C330-DE0E-5675-7D48-1DAB8FBC5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9CAF75-8CA0-95E8-FA7D-FDD5F055D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D577-3841-422B-98B7-EC7ED940B3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714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D254C-7A51-1BA2-F6A0-F2A8D6BDE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F50345-F322-68B6-BB0C-2070096312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676272-43B2-6A45-C0A2-9921D62F1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7331-9336-4E9F-BD68-62721AA3FD49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4EAE1E-3263-744A-F306-87FD8BFF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ED9E1E-2F1A-05B1-E356-E1F0A2E1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D577-3841-422B-98B7-EC7ED940B3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676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BA291F2-6BD2-56E3-3263-20D7DFE7E9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39D9619-E9B4-EAA1-E848-A5A28B151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274240-AF64-7C5C-C27B-77E5F7F78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B7331-9336-4E9F-BD68-62721AA3FD49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FB4645-FD37-FCCB-66F4-1BFFB25A5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7A61A1-06DB-E24F-5D21-45375024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BD577-3841-422B-98B7-EC7ED940B3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186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1B5177D-8955-A9BB-777C-70280F81B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0278338-4B7B-CADF-6281-E30433166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8E241E-F6DA-1905-75FB-FA39AD5BD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FB7331-9336-4E9F-BD68-62721AA3FD49}" type="datetimeFigureOut">
              <a:rPr lang="ko-KR" altLang="en-US" smtClean="0"/>
              <a:t>2025-07-30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A39884-5795-0F2B-68C0-C0B409B78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8784EB-1811-5E9C-055A-3F3EC556A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2BD577-3841-422B-98B7-EC7ED940B3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976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>
            <a:extLst>
              <a:ext uri="{FF2B5EF4-FFF2-40B4-BE49-F238E27FC236}">
                <a16:creationId xmlns:a16="http://schemas.microsoft.com/office/drawing/2014/main" id="{1E0D7411-D9A1-71A0-A717-953301D6C2CC}"/>
              </a:ext>
            </a:extLst>
          </p:cNvPr>
          <p:cNvGrpSpPr/>
          <p:nvPr/>
        </p:nvGrpSpPr>
        <p:grpSpPr>
          <a:xfrm>
            <a:off x="915288" y="462635"/>
            <a:ext cx="10288400" cy="4955309"/>
            <a:chOff x="700347" y="946728"/>
            <a:chExt cx="10288400" cy="4955309"/>
          </a:xfrm>
        </p:grpSpPr>
        <p:sp>
          <p:nvSpPr>
            <p:cNvPr id="15" name="화살표: 오른쪽 14">
              <a:extLst>
                <a:ext uri="{FF2B5EF4-FFF2-40B4-BE49-F238E27FC236}">
                  <a16:creationId xmlns:a16="http://schemas.microsoft.com/office/drawing/2014/main" id="{D377B4B3-6E2D-C2C9-C844-B16D167AE059}"/>
                </a:ext>
              </a:extLst>
            </p:cNvPr>
            <p:cNvSpPr/>
            <p:nvPr/>
          </p:nvSpPr>
          <p:spPr>
            <a:xfrm>
              <a:off x="3651820" y="3692281"/>
              <a:ext cx="1821914" cy="37356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E0A8247B-6FB0-BCE4-7578-5DF4CEAAF96F}"/>
                </a:ext>
              </a:extLst>
            </p:cNvPr>
            <p:cNvSpPr/>
            <p:nvPr/>
          </p:nvSpPr>
          <p:spPr>
            <a:xfrm rot="10800000">
              <a:off x="4209592" y="3238718"/>
              <a:ext cx="1821914" cy="37356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화살표: 오른쪽 18">
              <a:extLst>
                <a:ext uri="{FF2B5EF4-FFF2-40B4-BE49-F238E27FC236}">
                  <a16:creationId xmlns:a16="http://schemas.microsoft.com/office/drawing/2014/main" id="{735FFF3E-4242-53DA-B740-2D46393C3490}"/>
                </a:ext>
              </a:extLst>
            </p:cNvPr>
            <p:cNvSpPr/>
            <p:nvPr/>
          </p:nvSpPr>
          <p:spPr>
            <a:xfrm rot="9355043">
              <a:off x="7790457" y="2568459"/>
              <a:ext cx="1754661" cy="37356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화살표: 오른쪽 17">
              <a:extLst>
                <a:ext uri="{FF2B5EF4-FFF2-40B4-BE49-F238E27FC236}">
                  <a16:creationId xmlns:a16="http://schemas.microsoft.com/office/drawing/2014/main" id="{BCF17890-AB1E-8EEE-49EF-6C908FE027C4}"/>
                </a:ext>
              </a:extLst>
            </p:cNvPr>
            <p:cNvSpPr/>
            <p:nvPr/>
          </p:nvSpPr>
          <p:spPr>
            <a:xfrm rot="20247676">
              <a:off x="7254133" y="3432429"/>
              <a:ext cx="1754661" cy="37356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6FC64910-2EBE-0E79-527C-B9EF93959E58}"/>
                </a:ext>
              </a:extLst>
            </p:cNvPr>
            <p:cNvSpPr/>
            <p:nvPr/>
          </p:nvSpPr>
          <p:spPr>
            <a:xfrm>
              <a:off x="700347" y="4322618"/>
              <a:ext cx="3713608" cy="1579418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라즈베리파이</a:t>
              </a:r>
              <a:r>
                <a:rPr lang="en-US" altLang="ko-KR" dirty="0"/>
                <a:t>4</a:t>
              </a:r>
              <a:endParaRPr lang="ko-KR" altLang="en-US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61F483D3-9D80-4488-82F9-017AE7DFC4B9}"/>
                </a:ext>
              </a:extLst>
            </p:cNvPr>
            <p:cNvSpPr/>
            <p:nvPr/>
          </p:nvSpPr>
          <p:spPr>
            <a:xfrm>
              <a:off x="5878727" y="3123941"/>
              <a:ext cx="1980101" cy="1021903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err="1"/>
                <a:t>메신저봇</a:t>
              </a:r>
              <a:r>
                <a:rPr lang="en-US" altLang="ko-KR" dirty="0"/>
                <a:t>R</a:t>
              </a:r>
              <a:endParaRPr lang="ko-KR" altLang="en-US" dirty="0"/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7BB50A5C-A4B6-2047-CAFA-2C69B899A8DC}"/>
                </a:ext>
              </a:extLst>
            </p:cNvPr>
            <p:cNvSpPr/>
            <p:nvPr/>
          </p:nvSpPr>
          <p:spPr>
            <a:xfrm>
              <a:off x="1291771" y="3123942"/>
              <a:ext cx="2530759" cy="1013947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FastAPI</a:t>
              </a:r>
              <a:r>
                <a:rPr lang="en-US" altLang="ko-KR" dirty="0"/>
                <a:t>(Docker)</a:t>
              </a:r>
              <a:endParaRPr lang="ko-KR" altLang="en-US" dirty="0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8C5DC092-2D55-AE0F-E8E1-A34EB19E57B8}"/>
                </a:ext>
              </a:extLst>
            </p:cNvPr>
            <p:cNvSpPr/>
            <p:nvPr/>
          </p:nvSpPr>
          <p:spPr>
            <a:xfrm>
              <a:off x="1291771" y="946728"/>
              <a:ext cx="2446316" cy="1013947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Gemini API</a:t>
              </a:r>
              <a:endParaRPr lang="ko-KR" altLang="en-US" dirty="0"/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055EFC75-2A24-69B6-E410-999F9EBA6BCE}"/>
                </a:ext>
              </a:extLst>
            </p:cNvPr>
            <p:cNvSpPr/>
            <p:nvPr/>
          </p:nvSpPr>
          <p:spPr>
            <a:xfrm>
              <a:off x="9008646" y="2137702"/>
              <a:ext cx="1980101" cy="1433690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>
                  <a:solidFill>
                    <a:schemeClr val="tx1"/>
                  </a:solidFill>
                </a:rPr>
                <a:t>카카오톡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화살표: 오른쪽 12">
              <a:extLst>
                <a:ext uri="{FF2B5EF4-FFF2-40B4-BE49-F238E27FC236}">
                  <a16:creationId xmlns:a16="http://schemas.microsoft.com/office/drawing/2014/main" id="{D37C3E0E-E498-2379-70DD-334A71010278}"/>
                </a:ext>
              </a:extLst>
            </p:cNvPr>
            <p:cNvSpPr/>
            <p:nvPr/>
          </p:nvSpPr>
          <p:spPr>
            <a:xfrm rot="16200000">
              <a:off x="1636888" y="2475089"/>
              <a:ext cx="936978" cy="37356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화살표: 오른쪽 13">
              <a:extLst>
                <a:ext uri="{FF2B5EF4-FFF2-40B4-BE49-F238E27FC236}">
                  <a16:creationId xmlns:a16="http://schemas.microsoft.com/office/drawing/2014/main" id="{C19E7BA1-E6DF-57B0-81EF-3A031D39DA24}"/>
                </a:ext>
              </a:extLst>
            </p:cNvPr>
            <p:cNvSpPr/>
            <p:nvPr/>
          </p:nvSpPr>
          <p:spPr>
            <a:xfrm rot="5400000">
              <a:off x="2528087" y="2261366"/>
              <a:ext cx="936978" cy="373560"/>
            </a:xfrm>
            <a:prstGeom prst="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CAD9DF0A-C3B3-48A3-2350-B3C01AB24684}"/>
                </a:ext>
              </a:extLst>
            </p:cNvPr>
            <p:cNvSpPr/>
            <p:nvPr/>
          </p:nvSpPr>
          <p:spPr>
            <a:xfrm>
              <a:off x="5473734" y="4322618"/>
              <a:ext cx="2790088" cy="1579419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스마트폰</a:t>
              </a:r>
              <a:endParaRPr lang="en-US" altLang="ko-KR" dirty="0"/>
            </a:p>
            <a:p>
              <a:pPr algn="ctr"/>
              <a:r>
                <a:rPr lang="en-US" altLang="ko-KR" dirty="0"/>
                <a:t>(</a:t>
              </a:r>
              <a:r>
                <a:rPr lang="ko-KR" altLang="en-US" dirty="0"/>
                <a:t>안드로이드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9A661D8-F8A5-F8D3-02CE-C069FA96E42B}"/>
                </a:ext>
              </a:extLst>
            </p:cNvPr>
            <p:cNvSpPr txBox="1"/>
            <p:nvPr/>
          </p:nvSpPr>
          <p:spPr>
            <a:xfrm rot="20106534">
              <a:off x="7132504" y="2145576"/>
              <a:ext cx="24256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키워드가 포함된 카톡</a:t>
              </a:r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9B7459F-B4EC-BA5E-3D92-F15B6E8720C4}"/>
                </a:ext>
              </a:extLst>
            </p:cNvPr>
            <p:cNvSpPr txBox="1"/>
            <p:nvPr/>
          </p:nvSpPr>
          <p:spPr>
            <a:xfrm rot="20106534">
              <a:off x="8073940" y="3721342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요약 카톡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FA572EB-B182-7F0C-3FAA-13FB27086EF5}"/>
                </a:ext>
              </a:extLst>
            </p:cNvPr>
            <p:cNvSpPr txBox="1"/>
            <p:nvPr/>
          </p:nvSpPr>
          <p:spPr>
            <a:xfrm>
              <a:off x="4597742" y="2880343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키워드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9CC8929-0964-F345-250A-050CAED9841E}"/>
                </a:ext>
              </a:extLst>
            </p:cNvPr>
            <p:cNvSpPr txBox="1"/>
            <p:nvPr/>
          </p:nvSpPr>
          <p:spPr>
            <a:xfrm>
              <a:off x="4123051" y="3961177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요약 내용</a:t>
              </a:r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AB34FC5-52CA-A92C-F466-108F47D0715B}"/>
                </a:ext>
              </a:extLst>
            </p:cNvPr>
            <p:cNvSpPr txBox="1"/>
            <p:nvPr/>
          </p:nvSpPr>
          <p:spPr>
            <a:xfrm>
              <a:off x="800535" y="2511011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요약 요청</a:t>
              </a:r>
              <a:endParaRPr lang="ko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2E171E5-C087-E030-5392-793E379C6F9A}"/>
                </a:ext>
              </a:extLst>
            </p:cNvPr>
            <p:cNvSpPr txBox="1"/>
            <p:nvPr/>
          </p:nvSpPr>
          <p:spPr>
            <a:xfrm>
              <a:off x="3206754" y="2282960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/>
                <a:t>요약 결과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018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960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6598</TotalTime>
  <Words>27</Words>
  <Application>Microsoft Office PowerPoint</Application>
  <PresentationFormat>와이드스크린</PresentationFormat>
  <Paragraphs>13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BY J</dc:creator>
  <cp:lastModifiedBy>BY J</cp:lastModifiedBy>
  <cp:revision>2</cp:revision>
  <dcterms:created xsi:type="dcterms:W3CDTF">2025-03-28T02:27:07Z</dcterms:created>
  <dcterms:modified xsi:type="dcterms:W3CDTF">2025-07-31T02:43:46Z</dcterms:modified>
</cp:coreProperties>
</file>